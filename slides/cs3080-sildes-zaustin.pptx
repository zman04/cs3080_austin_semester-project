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2f8b83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2f8b83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2f8b831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2f8b831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2f8b83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2f8b83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f8b831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2f8b831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62f8b83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62f8b83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Summarizer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Zachary Austin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Text Summarizer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Use nltk or gensim to extract the top sentences summarizing a paragraph or article.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Try both frequency-based summarization and, if you want a small challenge, transformer summarizers (with transformers library)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vs Transformer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3125"/>
            <a:ext cx="4260300" cy="34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Summarizer: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Summarizes based on the frequency of certain words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Produces a concatenation of sentences from the original text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72000" y="1153125"/>
            <a:ext cx="4260300" cy="34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Summarizer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Summarizes via neural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Synthesizes a brand new sentence based on the </a:t>
            </a:r>
            <a:r>
              <a:rPr lang="en"/>
              <a:t>essence</a:t>
            </a:r>
            <a:r>
              <a:rPr lang="en"/>
              <a:t> of the original text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Screenshot 2026-08-02 at 8.19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63" y="590275"/>
            <a:ext cx="8172273" cy="44333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515875" y="159300"/>
            <a:ext cx="3656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Frequency Summarizer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515875" y="159300"/>
            <a:ext cx="3656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Transformer</a:t>
            </a:r>
            <a:r>
              <a:rPr lang="en" sz="1800">
                <a:solidFill>
                  <a:schemeClr val="dk2"/>
                </a:solidFill>
              </a:rPr>
              <a:t> Summarizer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7" title="Screenshot 2026-08-02 at 8.44.00 PM.png"/>
          <p:cNvPicPr preferRelativeResize="0"/>
          <p:nvPr/>
        </p:nvPicPr>
        <p:blipFill rotWithShape="1">
          <a:blip r:embed="rId3">
            <a:alphaModFix/>
          </a:blip>
          <a:srcRect b="0" l="0" r="38000" t="0"/>
          <a:stretch/>
        </p:blipFill>
        <p:spPr>
          <a:xfrm>
            <a:off x="4536575" y="660750"/>
            <a:ext cx="4482949" cy="40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Screenshot 2026-08-02 at 8.45.54 PM.png"/>
          <p:cNvPicPr preferRelativeResize="0"/>
          <p:nvPr/>
        </p:nvPicPr>
        <p:blipFill rotWithShape="1">
          <a:blip r:embed="rId4">
            <a:alphaModFix/>
          </a:blip>
          <a:srcRect b="0" l="0" r="27589" t="0"/>
          <a:stretch/>
        </p:blipFill>
        <p:spPr>
          <a:xfrm>
            <a:off x="174475" y="660750"/>
            <a:ext cx="4263501" cy="31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Repo: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https://github.com/Zman04/cs3080_Austin_Semester-Project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